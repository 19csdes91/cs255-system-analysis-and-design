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8" r:id="rId2"/>
    <p:sldId id="260" r:id="rId3"/>
    <p:sldId id="261" r:id="rId4"/>
    <p:sldId id="267" r:id="rId5"/>
    <p:sldId id="263" r:id="rId6"/>
    <p:sldId id="268" r:id="rId7"/>
    <p:sldId id="26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33C83C-0425-4084-B1E1-73B081B3DCAD}">
          <p14:sldIdLst>
            <p14:sldId id="258"/>
            <p14:sldId id="260"/>
            <p14:sldId id="261"/>
            <p14:sldId id="267"/>
            <p14:sldId id="263"/>
            <p14:sldId id="268"/>
          </p14:sldIdLst>
        </p14:section>
        <p14:section name="Untitled Section" id="{0BAFB2EE-713F-470A-BF3B-37AAADFA3F3F}">
          <p14:sldIdLst>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817F0B-D63D-4AC3-90F4-4BBD8EC8D24D}" v="27" dt="2026-02-22T22:33:24.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9" d="100"/>
          <a:sy n="89" d="100"/>
        </p:scale>
        <p:origin x="96"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9483B-0BAF-4A99-8359-B3312F090063}"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F475FE-B584-4B3E-8DB7-F360B056E760}" type="slidenum">
              <a:rPr lang="en-US" smtClean="0"/>
              <a:t>‹#›</a:t>
            </a:fld>
            <a:endParaRPr lang="en-US"/>
          </a:p>
        </p:txBody>
      </p:sp>
    </p:spTree>
    <p:extLst>
      <p:ext uri="{BB962C8B-B14F-4D97-AF65-F5344CB8AC3E}">
        <p14:creationId xmlns:p14="http://schemas.microsoft.com/office/powerpoint/2010/main" val="435748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DriverPass</a:t>
            </a:r>
            <a:r>
              <a:rPr lang="en-US" dirty="0"/>
              <a:t> will have some important requirements that focus on customer centered functionality and secure access. The main functional requirements will be that students will be able to schedule lessons with instructors and take practice exams that would simulate the actual DMV test.</a:t>
            </a:r>
          </a:p>
          <a:p>
            <a:r>
              <a:rPr lang="en-US" dirty="0"/>
              <a:t>The main nonfunctional requirements are that the system will use a cloud-based server and ensure the security of sensitive user information.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different people who use the </a:t>
            </a:r>
            <a:r>
              <a:rPr lang="en-US" dirty="0" err="1"/>
              <a:t>DriverPass</a:t>
            </a:r>
            <a:r>
              <a:rPr lang="en-US" dirty="0"/>
              <a:t> system. Of course, we have students and instructors, but I also included administration, IT, and the DMV.</a:t>
            </a:r>
          </a:p>
          <a:p>
            <a:r>
              <a:rPr lang="en-US" dirty="0"/>
              <a:t>Students will be able to log in, schedule a class, take a practice test, and make a payment. Instructors can schedule lessons and leave feedback for students.</a:t>
            </a:r>
          </a:p>
          <a:p>
            <a:r>
              <a:rPr lang="en-US" dirty="0"/>
              <a:t>On the staff side, administration manages accounts, and IT helps keep the system running smoothly. I also included the DMV because it is important that the system stays up to date with current policies and procedures to remain compliant with the law.</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take a look at how to book a class using this activity diagram. First, students log in and are taken to their home screen. From there, they can choose to schedule a class or take a practice test.</a:t>
            </a:r>
          </a:p>
          <a:p>
            <a:r>
              <a:rPr lang="en-US" dirty="0"/>
              <a:t>If they choose to schedule a class, they will select a date and time. The system will check if that time is available. If it is, the student can make their payment and receive a confirmation of their booking.</a:t>
            </a:r>
          </a:p>
          <a:p>
            <a:r>
              <a:rPr lang="en-US" dirty="0"/>
              <a:t>If the time is not available, they will be asked to choose another date and time until one fits within both the student’s and instructor’s availability.</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an important part of this design. Users will be trusting us to keep their personal and payment information protected.</a:t>
            </a:r>
          </a:p>
          <a:p>
            <a:r>
              <a:rPr lang="en-US" dirty="0"/>
              <a:t>In this system, users will create a unique username and password to access their accounts. If they forget their password, they can contact IT support for help recovering access.</a:t>
            </a:r>
          </a:p>
          <a:p>
            <a:r>
              <a:rPr lang="en-US" dirty="0"/>
              <a:t>Payment information will be kept secure, and the system will be regularly maintained to help prevent data leaks. All of this will be done while staying compliant with DMV policies and legal requirements.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few limitations to this system. It will require internet access in order to be used. Class availability will depend heavily on the number of instructors and whether they have open time slots for students.</a:t>
            </a:r>
          </a:p>
          <a:p>
            <a:r>
              <a:rPr lang="en-US" dirty="0"/>
              <a:t>This also ties into the company’s budget, which can affect hiring instructors, providing training vehicles, and other necessary resources. The system must also stay current with DMV policy, which could change at any time.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765461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59426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534432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510454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17766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560843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66475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29082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631864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0760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2/16/2026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742186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2/16/2026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1774685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Destinee Herrera</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457200" lvl="1" indent="0">
              <a:buNone/>
            </a:pPr>
            <a:r>
              <a:rPr lang="en-US" sz="2000" b="1" dirty="0">
                <a:solidFill>
                  <a:srgbClr val="000000"/>
                </a:solidFill>
              </a:rPr>
              <a:t>Functional Requirements</a:t>
            </a:r>
          </a:p>
          <a:p>
            <a:pPr lvl="1"/>
            <a:r>
              <a:rPr lang="en-US" sz="2000" dirty="0">
                <a:solidFill>
                  <a:srgbClr val="000000"/>
                </a:solidFill>
              </a:rPr>
              <a:t>Students can choose to schedule driving lesson packages online.</a:t>
            </a:r>
          </a:p>
          <a:p>
            <a:pPr lvl="1"/>
            <a:r>
              <a:rPr lang="en-US" sz="2000" dirty="0">
                <a:solidFill>
                  <a:srgbClr val="000000"/>
                </a:solidFill>
              </a:rPr>
              <a:t>Students can take practice test.</a:t>
            </a:r>
          </a:p>
          <a:p>
            <a:pPr marL="457200" lvl="1" indent="0">
              <a:buNone/>
            </a:pPr>
            <a:endParaRPr lang="en-US" sz="2000" b="1" dirty="0">
              <a:solidFill>
                <a:srgbClr val="000000"/>
              </a:solidFill>
            </a:endParaRPr>
          </a:p>
          <a:p>
            <a:pPr marL="457200" lvl="1" indent="0">
              <a:buNone/>
            </a:pPr>
            <a:r>
              <a:rPr lang="en-US" sz="2000" b="1" dirty="0">
                <a:solidFill>
                  <a:srgbClr val="000000"/>
                </a:solidFill>
              </a:rPr>
              <a:t>Nonfunctional Requirements</a:t>
            </a:r>
          </a:p>
          <a:p>
            <a:pPr lvl="1"/>
            <a:r>
              <a:rPr lang="en-US" sz="2000" dirty="0">
                <a:solidFill>
                  <a:srgbClr val="000000"/>
                </a:solidFill>
              </a:rPr>
              <a:t>The system must be cloud based and accessible from multiple devices</a:t>
            </a:r>
          </a:p>
          <a:p>
            <a:pPr lvl="1"/>
            <a:r>
              <a:rPr lang="en-US" sz="2000" dirty="0">
                <a:solidFill>
                  <a:srgbClr val="000000"/>
                </a:solidFill>
              </a:rPr>
              <a:t>The system must use secure login and protect user data</a:t>
            </a:r>
            <a:endParaRPr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030" name="Picture 6">
            <a:extLst>
              <a:ext uri="{FF2B5EF4-FFF2-40B4-BE49-F238E27FC236}">
                <a16:creationId xmlns:a16="http://schemas.microsoft.com/office/drawing/2014/main" id="{7E26908B-864A-39B1-5540-0FCD0C225A3C}"/>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5781368" y="663676"/>
            <a:ext cx="6082110" cy="54301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76425341"/>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7" name="Content Placeholder 6">
            <a:extLst>
              <a:ext uri="{FF2B5EF4-FFF2-40B4-BE49-F238E27FC236}">
                <a16:creationId xmlns:a16="http://schemas.microsoft.com/office/drawing/2014/main" id="{DE9A07FD-9E30-3696-44EE-3F3230BC2696}"/>
              </a:ext>
            </a:extLst>
          </p:cNvPr>
          <p:cNvPicPr>
            <a:picLocks noGrp="1" noChangeAspect="1"/>
          </p:cNvPicPr>
          <p:nvPr>
            <p:ph idx="1"/>
          </p:nvPr>
        </p:nvPicPr>
        <p:blipFill>
          <a:blip r:embed="rId5"/>
          <a:stretch>
            <a:fillRect/>
          </a:stretch>
        </p:blipFill>
        <p:spPr>
          <a:xfrm>
            <a:off x="7734671" y="504967"/>
            <a:ext cx="3497436" cy="6176879"/>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Secure user login and password.</a:t>
            </a:r>
          </a:p>
          <a:p>
            <a:r>
              <a:rPr lang="en-US" sz="2400" dirty="0">
                <a:solidFill>
                  <a:srgbClr val="000000"/>
                </a:solidFill>
              </a:rPr>
              <a:t>Protected payment information while using system.</a:t>
            </a:r>
          </a:p>
          <a:p>
            <a:r>
              <a:rPr lang="en-US" sz="2400" dirty="0">
                <a:solidFill>
                  <a:srgbClr val="000000"/>
                </a:solidFill>
              </a:rPr>
              <a:t>The system is kept updated and compliant with DMV policy</a:t>
            </a:r>
          </a:p>
          <a:p>
            <a:r>
              <a:rPr lang="en-US" sz="2400" dirty="0">
                <a:solidFill>
                  <a:srgbClr val="000000"/>
                </a:solidFill>
              </a:rPr>
              <a:t>Regular system maintenance and continuous monitoring to prevent issues and unauthorized access.</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System will require internet access.</a:t>
            </a:r>
          </a:p>
          <a:p>
            <a:r>
              <a:rPr lang="en-US" sz="2400" dirty="0">
                <a:solidFill>
                  <a:srgbClr val="000000"/>
                </a:solidFill>
              </a:rPr>
              <a:t>Class availability will depend on the instructors schedules.</a:t>
            </a:r>
          </a:p>
          <a:p>
            <a:r>
              <a:rPr lang="en-US" sz="2400" dirty="0">
                <a:solidFill>
                  <a:srgbClr val="000000"/>
                </a:solidFill>
              </a:rPr>
              <a:t>Budget is could limit staff and resources.</a:t>
            </a:r>
          </a:p>
          <a:p>
            <a:r>
              <a:rPr lang="en-US" sz="2400" dirty="0">
                <a:solidFill>
                  <a:srgbClr val="000000"/>
                </a:solidFill>
              </a:rPr>
              <a:t>System must stay current with DMV policy.</a:t>
            </a:r>
            <a:endParaRPr lang="en-US" sz="2000" dirty="0">
              <a:solidFill>
                <a:srgbClr val="000000"/>
              </a:solidFill>
            </a:endParaRPr>
          </a:p>
          <a:p>
            <a:pPr lvl="1"/>
            <a:endParaRPr sz="2000" dirty="0">
              <a:solidFill>
                <a:srgbClr val="000000"/>
              </a:solidFill>
            </a:endParaRPr>
          </a:p>
        </p:txBody>
      </p:sp>
    </p:spTree>
    <p:custDataLst>
      <p:tags r:id="rId1"/>
    </p:custDataLst>
    <p:extLst>
      <p:ext uri="{BB962C8B-B14F-4D97-AF65-F5344CB8AC3E}">
        <p14:creationId xmlns:p14="http://schemas.microsoft.com/office/powerpoint/2010/main" val="1166507535"/>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9FBA8-4B27-C572-3E12-A81FF87FEADE}"/>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7" name="Graphic 6" descr="Handshake">
            <a:extLst>
              <a:ext uri="{FF2B5EF4-FFF2-40B4-BE49-F238E27FC236}">
                <a16:creationId xmlns:a16="http://schemas.microsoft.com/office/drawing/2014/main" id="{E8AFFAE6-F4B3-208E-80CA-5CF811C2ED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41012745"/>
      </p:ext>
    </p:extLst>
  </p:cSld>
  <p:clrMapOvr>
    <a:masterClrMapping/>
  </p:clrMapOvr>
  <p:transition spd="slow">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318</TotalTime>
  <Words>601</Words>
  <Application>Microsoft Office PowerPoint</Application>
  <PresentationFormat>Widescreen</PresentationFormat>
  <Paragraphs>42</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1_Office Theme</vt:lpstr>
      <vt:lpstr>DriverPass System Analysis</vt:lpstr>
      <vt:lpstr>System Requirements</vt:lpstr>
      <vt:lpstr>Use Case Diagram</vt:lpstr>
      <vt:lpstr>Activity Diagram</vt:lpstr>
      <vt:lpstr>Security</vt:lpstr>
      <vt:lpstr>System 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destinee herrera</dc:creator>
  <cp:lastModifiedBy>destinee herrera</cp:lastModifiedBy>
  <cp:revision>2</cp:revision>
  <dcterms:created xsi:type="dcterms:W3CDTF">2026-02-22T22:27:42Z</dcterms:created>
  <dcterms:modified xsi:type="dcterms:W3CDTF">2026-02-23T03:45:44Z</dcterms:modified>
</cp:coreProperties>
</file>